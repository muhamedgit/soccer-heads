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Sheet1!$A$2:$A$8</c:f>
              <c:strCache>
                <c:ptCount val="7"/>
                <c:pt idx="0">
                  <c:v>Ball &amp; Physics</c:v>
                </c:pt>
                <c:pt idx="1">
                  <c:v>UI / Menus</c:v>
                </c:pt>
                <c:pt idx="2">
                  <c:v>Complications</c:v>
                </c:pt>
                <c:pt idx="3">
                  <c:v>Game Logic</c:v>
                </c:pt>
                <c:pt idx="4">
                  <c:v>Testing</c:v>
                </c:pt>
                <c:pt idx="5">
                  <c:v>Visuals</c:v>
                </c:pt>
                <c:pt idx="6">
                  <c:v>Sound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7</c:v>
                </c:pt>
                <c:pt idx="5">
                  <c:v>8</c:v>
                </c:pt>
                <c:pt idx="6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FC3D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914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Segoe UI"/>
              </a:rPr>
              <a:t>SOCCER HEADS</a:t>
            </a:r>
          </a:p>
          <a:p>
            <a:pPr algn="ctr"/>
            <a:r>
              <a:rPr sz="2600" b="1" i="0">
                <a:solidFill>
                  <a:srgbClr val="FFD23F"/>
                </a:solidFill>
                <a:latin typeface="Segoe UI"/>
              </a:rPr>
              <a:t>Razvoj projekta in produkta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800" b="0" i="0">
                <a:solidFill>
                  <a:srgbClr val="AFC3D8"/>
                </a:solidFill>
                <a:latin typeface="Segoe UI"/>
              </a:rPr>
              <a:t>Predmet: Razvoj programskih sistemov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Ekipa: Muhamed Karahasanovic, Ajdin Kunosic, Rok Kogovsek, Elmin Jukic</a:t>
            </a:r>
          </a:p>
          <a:p>
            <a:pPr algn="ctr"/>
            <a:r>
              <a:rPr sz="1600" b="0" i="0">
                <a:solidFill>
                  <a:srgbClr val="AFC3D8"/>
                </a:solidFill>
                <a:latin typeface="Segoe UI"/>
              </a:rPr>
              <a:t>Orodja: ClickUp  |  Godot 4.6 + C#  |  Git &amp; GitHub  |  GitHub Copilot /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Ekipa in vloge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Muhamed Karahasanovic - vodenje projekta, organizacija (ustvaril ~76 taskov), jedro igre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Ajdin Kunosic - UI / meniji, sistem perkov, pametnejsi AI nasprotnik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Rok Kogovsek - vizualna podoba (sprite-i, stadion), zvok in glasba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Elmin Jukic - fizika zoge in gibanje, refaktor strukture, funkcija Klubi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Agilni pristop: razdelitev dela po sklopih, sledenje v ClickUp, code review prek GitHub PR-jev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FC3D8"/>
                </a:solidFill>
                <a:latin typeface="Segoe UI"/>
              </a:rPr>
              <a:t>Vir: ClickUp prostor 'Soccer Heads' - 4 clani, 76 taskov, vsi dokoncani (apr-jun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Ideja in koncept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Arkadna 2D nogometna igra 'Soccer Heads' - dvoboj 1 na 1 z velikimi karikiranimi glavami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Preprost nadzor (premik, skok, brca), hitri in zabavni dvoboji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Dva nacina: 2 igralca lokalno ali igralec proti racunalniku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Tehnologija: Godot 4.6 (Mobile renderer) + C# / .NET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Cilj: dokoncana, igrljiva igra z meniji, rezultatom, casom, zvokom in nasprotnikom (AI)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Nacrt projekta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Struktura v ClickUp: Space 'Soccer Heads' -&gt; mapa 'Development' -&gt; 7 list (sklopov)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AFC3D8"/>
                </a:solidFill>
                <a:latin typeface="Segoe UI"/>
              </a:rPr>
              <a:t>Game Logic, Ball &amp; Physics, UI / Menus, Visuals, Sound, Testing, Complications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Zacetni backlog (12. apr 2026): jedro gibanja, fizika zoge, golov, ogrodje menijev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Vsak task ima opis, prevzemnika, status (to do / in progress / review / complete) in prioriteto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F80ED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'Complications' = vecje napredne funkcije: Perki, Player vs AI, Klubi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Casovnica razvoja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12. apr - Zasnova: jedro gibanja, fizika zoge, zaznava gola, ogrodje UI (backlog)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14. apr - Refaktor strukture map in scen (poenotenje projekta)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5. maj - Prvi popravki napak (neodzivni gumbi)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17. maj - Napredne funkcije: Perki, nastavitve AI, Player vs AI, zasnova Klubov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2.-3. jun - Val poliranja: Settings, Pause meni, nastavitve tekme, odstevanje 3-2-1,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AFC3D8"/>
                </a:solidFill>
                <a:latin typeface="Segoe UI"/>
              </a:rPr>
              <a:t>proslava gola, izboljsave fizike brce, vec popravkov napak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jun (zdaj) - Klubi + poliranje: pravi klubi z grbi, SVG glave, izbira kluba/igralca, brca z nogo, prenovljeni meniji, celozaslonski nacin, vrtenje zoge, mreze/precke, dokoncana testna lista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Stanje napredka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4400" b="1" i="0">
                <a:solidFill>
                  <a:srgbClr val="2F80ED"/>
                </a:solidFill>
                <a:latin typeface="Segoe UI"/>
              </a:rPr>
              <a:t>76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taskov skupaj</a:t>
            </a:r>
          </a:p>
          <a:p>
            <a:pPr>
              <a:spcAft>
                <a:spcPts val="200"/>
              </a:spcAft>
            </a:pPr>
            <a:r>
              <a:rPr sz="4400" b="1" i="0">
                <a:solidFill>
                  <a:srgbClr val="7AC943"/>
                </a:solidFill>
                <a:latin typeface="Segoe UI"/>
              </a:rPr>
              <a:t>76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dokoncanih (100%)</a:t>
            </a:r>
          </a:p>
          <a:p>
            <a:pPr>
              <a:spcAft>
                <a:spcPts val="200"/>
              </a:spcAft>
            </a:pPr>
            <a:r>
              <a:rPr sz="4400" b="1" i="0">
                <a:solidFill>
                  <a:srgbClr val="FFD23F"/>
                </a:solidFill>
                <a:latin typeface="Segoe UI"/>
              </a:rPr>
              <a:t>0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se odprtih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937760" y="15544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0972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AFC3D8"/>
                </a:solidFill>
                <a:latin typeface="Segoe UI"/>
              </a:rPr>
              <a:t>Taski po sklopih (ClickUp liste)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Tezave in vzroki (1)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Tehnicne tezave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project.godot pokvarjen z merge-conflict oznako -&gt; projekt se ni nalozil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AudioManager (autoload) ni razresil UID ob svezem uvozu -&gt; ni zvoka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Slab obcutek brce: zoga se ob dotiku komaj premakne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Neodzivni gumbi v menijih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Vzroki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Hkratno delo vec ljudi -&gt; konflikti pri zdruzevanju vej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Godot UID reference krhke ob svezem 'import'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Premalo dodelana fizika trka igralec-zoga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Napake v navigaciji / povezavi signalov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Resitve in pristop (1)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Kako smo resili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Popravek konflikta + dosleden Git PR workflow (veja develop)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Popravek razresevanja autoload-a po UID; sledenje .uid datotek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Predelava trka: impulz odvisen od hitrosti igralca + zvezni potisk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Popravki navigacije scen in povezav gumbov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Koristnost orodij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ClickUp: vsaka napaka = task z opisom in 'acceptance criteria'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GitHub PR-ji (#44, #45, #46): pregled kode pred zdruzitvijo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GitHub Copilot / AI: hitrejse iskanje vzroka in generacija kode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Godot razhroscevanje + dotnet build za hitro preverjanje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Tezave pri obsegu in nacrtu 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AI nasprotnik je bil sprva preprost in nezanimiv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AFC3D8"/>
                </a:solidFill>
                <a:latin typeface="Segoe UI"/>
              </a:rPr>
              <a:t>Resitev: stroj stanj (Attack / Defend / Recover), napoved loka zoge, zavedanje perkov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Obseg projekta velik za 4 clane in casovni okvir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AFC3D8"/>
                </a:solidFill>
                <a:latin typeface="Segoe UI"/>
              </a:rPr>
              <a:t>Resitev: prilagajanje nacrta - fokus na igrljivost, testno listo (7 taskov) smo kasneje v celoti dokoncali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Koordinacija dela stirih razvijalcev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AFC3D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AFC3D8"/>
                </a:solidFill>
                <a:latin typeface="Segoe UI"/>
              </a:rPr>
              <a:t>Resitev: jasna razdelitev sklopov v ClickUp + obvezni PR pregledi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FC3D8"/>
                </a:solidFill>
                <a:latin typeface="Segoe UI"/>
              </a:rPr>
              <a:t>Prilagajanje nacrta in krajsanje vsebin sta bila kljucna za dokoncanje igrljive razlicice.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Koristnost orodij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ClickUp - organizacija: 76 taskov v 7 sklopih, statusi, prioritete, prevzemniki, sprinti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Git &amp; GitHub - veja 'develop', funkcijske veje, Pull Request pregledi kode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GitHub Copilot in AI asistenti - hitrejse reševanje napak in pisanje kode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Godot 4.6 + C# - hiter razvojni cikel, scene, autoload sistemi, dotnet build validacija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GitGodot addon - integracija Git delotoka v Godot urejevalnik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Predstavitev produkta (demo)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Glavni meni z izbiro nacina, tezavnosti in nastavitev tekme (rezultat / cas)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Nacina: 2 igralca ali proti racunalniku (3 tezavnosti: Beginner / Normal / Intermediate)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Igrišce: fizika zoge, zaznava golov, rezultat, casovnik, HUD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Doziveti: odstevanje 3-2-1, proslava gola (tresenje + napis), zvok in glasba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Sistem perkov (4 prednosti + 4 slabosti) ; izbira Kluba in igralca (pravi klubi z grbi, SVG glave) + brca z nogo; prenovljeni meniji (stadionsko ozadje)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DEMO: prikaz igre v zivo / video posnetek dvoboja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FC3D8"/>
                </a:solidFill>
                <a:latin typeface="Segoe UI"/>
              </a:rPr>
              <a:t>Igra se zazene v Godot 4.6 (dotnet build uspesen, sceni se nalozita brez napak).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Stanje vs. nacrt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3B30"/>
                </a:solidFill>
                <a:latin typeface="Segoe UI"/>
              </a:rPr>
              <a:t>Dokoncano (76)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Gibanje, skok, gravitacija, trki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Fizika zoge, goli, rezultat, casovnik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Meniji, HUD, navodila, koncni zaslon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Vizualno, zvok, glasba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Nastavitve tekme, Pause, Settings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Odstevanje, proslava gola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FF3B30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Perki, AI (stroj stanj), Klubi (grbi, SVG glave), brca z nogo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4480560"/>
          </a:xfrm>
          <a:prstGeom prst="roundRect">
            <a:avLst/>
          </a:prstGeom>
          <a:solidFill>
            <a:srgbClr val="162846"/>
          </a:solidFill>
          <a:ln w="19050">
            <a:solidFill>
              <a:srgbClr val="31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Pred zakljuckom odprto - zdaj dokoncano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Celozaslonski nacin / skaliranje okna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Trdne mreze in precka pri golih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Varovalo, ce zoga zapusti igrišce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Vrtenje zoge, igralci skozi drug drugega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Dusenje glasbe med pavzo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7AC943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Celotna testna lista (7 taskov)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Nadaljnji razvoj (teoreticno)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Dodatne animacije igralcev in ucinki ob golu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Razsiriti testno listo z avtomatskimi (unit/integration) testi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Spletni vecigralski nacin (online multiplayer) in turnirski nacin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Vec klubov, igralcev in kozmetike; uravnotezenje statistik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Mobilna razlicica (projekt ze cilja 'Mobile' renderer)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FFD23F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Nadaljnje uravnotezenje fizike in robni primeri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Zakljucek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2011680" cy="45720"/>
          </a:xfrm>
          <a:prstGeom prst="rect">
            <a:avLst/>
          </a:prstGeom>
          <a:solidFill>
            <a:srgbClr val="7AC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Iz ideje (arkadni 'Soccer Heads') do delujoce, igrljive igre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100% taskov dokoncanih (76 / 76); vse nacrtovane naloge zakljucene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Agilni pristop: ClickUp za organizacijo, Git/GitHub PR-ji za kakovost kode, AI za hitrost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Tezave (merge konflikti, zvok, fizika, obseg) resene s prilagajanjem nacrta in orodji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AC943"/>
                </a:solidFill>
                <a:latin typeface="Segoe UI"/>
              </a:rPr>
              <a:t>▸ </a:t>
            </a:r>
            <a:r>
              <a:rPr sz="2000" b="0" i="0">
                <a:solidFill>
                  <a:srgbClr val="FFFFFF"/>
                </a:solidFill>
                <a:latin typeface="Segoe UI"/>
              </a:rPr>
              <a:t>Projekt je pripravljen za demo in ima jasno pot do koncne razlicice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FC3D8"/>
                </a:solidFill>
                <a:latin typeface="Segoe UI"/>
              </a:rPr>
              <a:t>Hvala za pozornost!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